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Low-Cost Controlled Lighting Setup</a:t>
            </a:r>
          </a:p>
          <a:p>
            <a:r>
              <a:t>for Sub-mm Defect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</a:t>
            </a:r>
          </a:p>
          <a:p>
            <a:r>
              <a:t>Detect dents &amp; scratches &lt; 0.1 mm on phone surfaces</a:t>
            </a:r>
          </a:p>
          <a:p/>
          <a:p>
            <a:r>
              <a:t>Key Challenge:</a:t>
            </a:r>
          </a:p>
          <a:p>
            <a:r>
              <a:t>Lighting, not camera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Environment (Black Box)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Light-sealed enclosure</a:t>
            </a:r>
          </a:p>
          <a:p>
            <a:r>
              <a:t>• Matte black interior</a:t>
            </a:r>
          </a:p>
          <a:p>
            <a:r>
              <a:t>• Dimensions: 45 x 45 x 40 cm</a:t>
            </a:r>
          </a:p>
          <a:p>
            <a:r>
              <a:t>• Eliminates ambient light &amp; reflections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Phone at center</a:t>
            </a:r>
          </a:p>
          <a:p>
            <a:r>
              <a:t>• Height: ~6 cm</a:t>
            </a:r>
          </a:p>
          <a:p>
            <a:r>
              <a:t>• Tilt: 5° towards camera</a:t>
            </a:r>
          </a:p>
          <a:p>
            <a:r>
              <a:t>• Non-reflective 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Lighting reveals defects via physics</a:t>
            </a:r>
          </a:p>
          <a:p>
            <a:r>
              <a:t>• Shadows, reflections, gradients</a:t>
            </a:r>
          </a:p>
          <a:p>
            <a:r>
              <a:t>• Multiple lights, one purpose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Layer 1: Top White Diffused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5500–6500K white LED</a:t>
            </a:r>
          </a:p>
          <a:p>
            <a:r>
              <a:t>• Distance: 30 cm</a:t>
            </a:r>
          </a:p>
          <a:p>
            <a:r>
              <a:t>• Fully diffused</a:t>
            </a:r>
          </a:p>
          <a:p>
            <a:r>
              <a:t>• Used for reference, not defects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Layer 2: Blue Raking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450–470 nm blue LED</a:t>
            </a:r>
          </a:p>
          <a:p>
            <a:r>
              <a:t>• Angle: 25°</a:t>
            </a:r>
          </a:p>
          <a:p>
            <a:r>
              <a:t>• Height: 4 cm</a:t>
            </a:r>
          </a:p>
          <a:p>
            <a:r>
              <a:t>• Best for scratches &amp; glossy surfaces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Layer 3: Warm Raking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3000–3500K warm LED</a:t>
            </a:r>
          </a:p>
          <a:p>
            <a:r>
              <a:t>• Angle: 10–15°</a:t>
            </a:r>
          </a:p>
          <a:p>
            <a:r>
              <a:t>• Height: 2–3 cm</a:t>
            </a:r>
          </a:p>
          <a:p>
            <a:r>
              <a:t>• Best for dents &amp; depth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vs Phone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Black / Glossy → Blue dominant</a:t>
            </a:r>
          </a:p>
          <a:p>
            <a:r>
              <a:t>White / Matte → Warm dominant</a:t>
            </a:r>
          </a:p>
          <a:p>
            <a:r>
              <a:t>Silver → Blue + Warm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Photometric Stereo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Same camera, same object</a:t>
            </a:r>
          </a:p>
          <a:p>
            <a:r>
              <a:t>• Change light direction</a:t>
            </a:r>
          </a:p>
          <a:p>
            <a:r>
              <a:t>• Infer surface slope &amp; depth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= ρ (L · N)</a:t>
            </a:r>
          </a:p>
          <a:p>
            <a:r>
              <a:t>Brightness change → Normal change</a:t>
            </a:r>
          </a:p>
          <a:p>
            <a:r>
              <a:t>Normals → Slopes → 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Pixel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0.1 mm defect:</a:t>
            </a:r>
          </a:p>
          <a:p>
            <a:r>
              <a:t>Pixel size ≤ 0.02 mm</a:t>
            </a:r>
          </a:p>
          <a:p>
            <a:r>
              <a:t>~3500 pixels across phone width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Industrial USB camera (12 MP+)</a:t>
            </a:r>
          </a:p>
          <a:p>
            <a:r>
              <a:t>• Macro lens</a:t>
            </a:r>
          </a:p>
          <a:p>
            <a:r>
              <a:t>• Slight camera tilt (7°)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Lighting amplifies geometry</a:t>
            </a:r>
          </a:p>
          <a:p>
            <a:r>
              <a:t>• Camera samples contrast</a:t>
            </a:r>
          </a:p>
          <a:p>
            <a:r>
              <a:t>• Photometric stereo extracts shape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Sub-mm defect detection is a lighting &amp; geometry problem,</a:t>
            </a:r>
          </a:p>
          <a:p>
            <a:r>
              <a:t>not a megapixel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